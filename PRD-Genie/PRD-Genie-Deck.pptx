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Genie converts meeting transcripts, briefs and stakeholder notes into a structured PRD, epics and user stories, plus clarification questions. Built in n8n Cloud, four agents, traced in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the graded test cases check whether the system correctly refuses. Groundedness is the design, not a feature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Sequential pipeline because every input is the same kind of object and the stages are strictly data-dependent. A router would classify a route already known at design time. The Gap Analyzer branches off extraction, not the PRD, which is why a halted run still returns useful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rules alone lose to a template demanding ten sections. These three sit outside the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tokens on gpt-4o are 72% of run cost. Replace estimates with measured token counts from traces if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evidence point: held-out edge cases, full-dataset regression, and completeness reported alongside hallucination.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PRD Genie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transcripts to grounded PRDs — and the questions the meeting left open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Shailendra Parolkar   ·   Applied Agentic AI for PMs/TPMs   ·   NeuronForge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NeuronForge product management, today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60–90 min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 one meeting into a PRD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PM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459943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different PRD format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Mid-sprint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830275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missing requirements surface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that shaped every decision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459028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PRD containing a requirement nobody stated is worse than no PRD — engineering builds to it before anyone notices.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pipeline · four agents · two structural guardrails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input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/ notes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26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54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Extractor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54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212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PRD Generator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40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98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26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Story Breakdown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6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784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12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response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12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· Stories · Questions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06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8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2" name="Shape 20"/>
          <p:cNvSpPr/>
          <p:nvPr/>
        </p:nvSpPr>
        <p:spPr>
          <a:xfrm>
            <a:off x="9464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749040" y="2926080"/>
            <a:ext cx="182880" cy="256032"/>
          </a:xfrm>
          <a:prstGeom prst="downArrow">
            <a:avLst/>
          </a:prstGeom>
          <a:solidFill>
            <a:srgbClr val="B9C9D6"/>
          </a:solidFill>
          <a:ln/>
        </p:spPr>
      </p:sp>
      <p:sp>
        <p:nvSpPr>
          <p:cNvPr id="24" name="Shape 22"/>
          <p:cNvSpPr/>
          <p:nvPr/>
        </p:nvSpPr>
        <p:spPr>
          <a:xfrm>
            <a:off x="2926080" y="32461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054096" y="335584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Gap Analyzer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54096" y="370332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4434840"/>
            <a:ext cx="5486400" cy="150876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112" y="4645152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896112" y="47183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463040" y="4626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Quote-or-drop  ·  between 1 and 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63040" y="501091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without a verbatim quote are deleted in code before the generator sees them.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43484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/>
        </p:spPr>
      </p:sp>
      <p:sp>
        <p:nvSpPr>
          <p:cNvPr id="33" name="Shape 31"/>
          <p:cNvSpPr/>
          <p:nvPr/>
        </p:nvSpPr>
        <p:spPr>
          <a:xfrm>
            <a:off x="6565392" y="4645152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6565392" y="4718304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132320" y="46268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Sufficiency gate  ·  before 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132320" y="501091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stated requirements halts the pipeline — agents 2 and 3 are never invoked.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traces every run, with named spans for both guardrails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does not hallucinate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not instructions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9FB3C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3911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72768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Quote-or-drop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697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requirement must carry a verbatim quote from the input. A code node deletes the ones that don't — before they reach the generator.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4069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 the model cannot talk its way past.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9FB3C4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9432" y="19385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03911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276088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Sufficiency gate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99432" y="2697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zero requirements are extracted, the pipeline halts and returns questions instead.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99432" y="4069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 passes by construction: the generator is never invoked.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9FB3C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02752" y="19385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03911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979408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02752" y="2697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PRD Generator receives the extraction JSON only — never the raw transcript.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02752" y="4069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material to infer from.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349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PRD template's Source column carries a requirement ID for every row — so fabrication is inspectable, not a matter of judgment.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baseline inputs · Langfuse traces · metrics that resist gaming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test set grades refusal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vague · T3 contradictory · T5 incomplete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multi-stakeholder · T9 empty · T10 unknown ETA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answer to a vague input is a failure — even when it reads well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21208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9019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reported in pairs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3774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completeness — % of stated requirements captured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— % of items not traceable to source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reported alone: suppressing output is the cheapest fake improvement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343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$0.0297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40080" y="5029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completed run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01568" y="4343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$3.56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401568" y="5029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PM per month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63056" y="4343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163056" y="5029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by mixed models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24544" y="4343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58×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924544" y="5029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when halted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sufficiency gate declines to spend gpt-4o tokens on inputs that cannot support a PRD — a guardrail that improves correctness and unit economics at once.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572000" cy="45720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097280"/>
            <a:ext cx="3291840" cy="32918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taught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68680" y="220370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3113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488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belong in structure, not prose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17320" y="255117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the transcript beat every instruction to be careful.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343814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46557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3832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Refusal is a feature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417320" y="3785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section that reads "Not discussed in this meeting." is a correct section.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7258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7000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61772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fix is only as good as its evidence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17320" y="502005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the test a guardrail was written against proves almost nothing.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github.com/&lt;your-handle&gt;/prd-genie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2026-07-21T19:29:16Z</dcterms:created>
  <dcterms:modified xsi:type="dcterms:W3CDTF">2026-07-21T19:29:16Z</dcterms:modified>
</cp:coreProperties>
</file>