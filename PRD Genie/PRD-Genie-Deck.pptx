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Four-agent sequential pipeline in n8n. Chat request is primary scope; Drive docs enrich only. Three metrics, traced in Langfuse.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PRD Genie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request becomes a grounded PRD — and the questions it left open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Shailendra Parolkar   ·   Applied Agentic AI for PMs/TPMs   ·   NeuronForge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45902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 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github.com/sparolkar/Agentic-AI-Portfolio/tree/main/PRD Genie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NeuronForge product management, today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14300" dist="25400" dir="5400000">
              <a:srgbClr val="9FB3C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11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60–90 min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9611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convert one meeting into a PRD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7830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14300" dist="25400" dir="5400000">
              <a:srgbClr val="9FB3C4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2011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9943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different PRD format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14300" dist="25400" dir="5400000">
              <a:srgbClr val="9FB3C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011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Mid-sprint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0275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missing requirements surface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that shaped every decision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459028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PRD containing a requirement nobody asked for is worse than no PRD — engineering builds to it before anyone notices.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Chat-primary scope · sequential pipeline · three structural guardrails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65A82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request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sets scope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26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54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Extractor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54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212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0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PRD Generator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40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498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26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Story Breakdown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6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784080" y="196596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65A82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12096" y="20756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response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12096" y="242316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· Stories · Questions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06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1" name="Shape 19"/>
          <p:cNvSpPr/>
          <p:nvPr/>
        </p:nvSpPr>
        <p:spPr>
          <a:xfrm>
            <a:off x="7178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2" name="Shape 20"/>
          <p:cNvSpPr/>
          <p:nvPr/>
        </p:nvSpPr>
        <p:spPr>
          <a:xfrm>
            <a:off x="9464040" y="2313432"/>
            <a:ext cx="274320" cy="182880"/>
          </a:xfrm>
          <a:prstGeom prst="rightArrow">
            <a:avLst/>
          </a:prstGeom>
          <a:solidFill>
            <a:srgbClr val="B9C9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749040" y="2926080"/>
            <a:ext cx="182880" cy="256032"/>
          </a:xfrm>
          <a:prstGeom prst="downArrow">
            <a:avLst/>
          </a:prstGeom>
          <a:solidFill>
            <a:srgbClr val="B9C9D6"/>
          </a:solidFill>
          <a:ln/>
        </p:spPr>
      </p:sp>
      <p:sp>
        <p:nvSpPr>
          <p:cNvPr id="24" name="Shape 22"/>
          <p:cNvSpPr/>
          <p:nvPr/>
        </p:nvSpPr>
        <p:spPr>
          <a:xfrm>
            <a:off x="2926080" y="324612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054096" y="335584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Gap Analyzer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54096" y="370332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branch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784080" y="30632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A7BEAE"/>
          </a:solidFill>
          <a:ln/>
          <a:effectLst>
            <a:outerShdw sx="100000" sy="100000" kx="0" ky="0" algn="bl" rotWithShape="0" blurRad="88900" dist="25400" dir="5400000">
              <a:srgbClr val="9FB3C4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912096" y="3172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docs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912096" y="352044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— enrich only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40080" y="443484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F4F7F9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" y="4626864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0"/>
          <p:cNvSpPr/>
          <p:nvPr/>
        </p:nvSpPr>
        <p:spPr>
          <a:xfrm>
            <a:off x="877824" y="470001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408176" y="46085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Quote-or-drop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08176" y="4974336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verbatim quote, no item — enforced in code.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343400" y="443484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F4F7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581144" y="4626864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7" name="Text 35"/>
          <p:cNvSpPr/>
          <p:nvPr/>
        </p:nvSpPr>
        <p:spPr>
          <a:xfrm>
            <a:off x="4581144" y="470001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11496" y="46085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Sufficiency gate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11496" y="4974336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requirements halts the pipeline.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46720" y="4434840"/>
            <a:ext cx="3474720" cy="1554480"/>
          </a:xfrm>
          <a:prstGeom prst="roundRect">
            <a:avLst>
              <a:gd name="adj" fmla="val 5294"/>
            </a:avLst>
          </a:prstGeom>
          <a:solidFill>
            <a:srgbClr val="F4F7F9"/>
          </a:solidFill>
          <a:ln/>
        </p:spPr>
      </p:sp>
      <p:sp>
        <p:nvSpPr>
          <p:cNvPr id="41" name="Shape 39"/>
          <p:cNvSpPr/>
          <p:nvPr/>
        </p:nvSpPr>
        <p:spPr>
          <a:xfrm>
            <a:off x="8284464" y="4626864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8284464" y="470001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814816" y="46085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boundary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14816" y="497433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enrich; they never widen scope.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6984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baseline tests · three metrics · scored on every trace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0.948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↑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01568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401568" y="2560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↓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63056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0.927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163056" y="2560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24544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924544" y="2560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run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10881360" cy="2468880"/>
          </a:xfrm>
          <a:prstGeom prst="roundRect">
            <a:avLst>
              <a:gd name="adj" fmla="val 3333"/>
            </a:avLst>
          </a:prstGeom>
          <a:solidFill>
            <a:srgbClr val="F4F7F9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429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fixes the traces drove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0120" y="39776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metric measuring the wrong scope — the judge scored a one-line request against the whole corpus. T10 completeness 0.033 → 1.000 after scoping the judge to the chat.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evaluator that wasn’t observable — T11/T12 read 0.700 hallucination with no logged reasoning. Logging the judge’s verdicts showed hallucinated_items: [] — an artifact, not fabrication.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572000" cy="45720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097280"/>
            <a:ext cx="3291840" cy="32918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taught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68680" y="220370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3113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14884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belong in structure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17320" y="255117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the source beat every instruction to be careful.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339242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41985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33756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Refusal is a feature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417320" y="37398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Halting on a thin request is a pass, not a failure.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58114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0857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5262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 the evaluator too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17320" y="4928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was the one agent we couldn’t see into — until we logged its verdicts.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 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github.com/sparolkar/Agentic-AI-Portfolio/tree/main/PRD Genie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2026-07-23T23:55:33Z</dcterms:created>
  <dcterms:modified xsi:type="dcterms:W3CDTF">2026-07-23T23:55:33Z</dcterms:modified>
</cp:coreProperties>
</file>