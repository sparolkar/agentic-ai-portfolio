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Four-agent sequential pipeline in n8n. Chat request is primary scope; Drive docs enrich only. Three metrics, traced in Langfuse.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parolkar/Agentic-AI-Portfolio/tree/main/PRD%20Geni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parolkar/Agentic-AI-Portfolio/tree/main/PRD%20Geni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 Genie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request becomes a grounded PRD — and the questions it left open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Shailendra Parolkar   ·   Applied Agentic AI for PMs/TPMs   ·   NeuronForge Technologies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590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200" b="1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github.com/sparolkar/Agentic-AI-Portfolio/tree/main/PRD Genie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NeuronForge product management,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14300" dist="25400" dir="5400000">
              <a:srgbClr val="9FB3C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60–90 min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convert one meeting into a PRD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14300" dist="25400" dir="5400000">
              <a:srgbClr val="9FB3C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9943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different PRD format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143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Mid-sprint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0275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missing requirements surface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shaped every decision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5902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PRD containing a requirement nobody asked for is worse than no PRD — engineering builds to it before anyone notices.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Chat-primary scope · sequential pipeline · three structural guardrails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sets scope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54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Extractor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54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0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PRD Generator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0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26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Story Breakdown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6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12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12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· Stories · Questions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22" name="Shape 20"/>
          <p:cNvSpPr/>
          <p:nvPr/>
        </p:nvSpPr>
        <p:spPr>
          <a:xfrm>
            <a:off x="9464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23" name="Shape 21"/>
          <p:cNvSpPr/>
          <p:nvPr/>
        </p:nvSpPr>
        <p:spPr>
          <a:xfrm>
            <a:off x="3749040" y="2926080"/>
            <a:ext cx="182880" cy="256032"/>
          </a:xfrm>
          <a:prstGeom prst="downArrow">
            <a:avLst/>
          </a:prstGeom>
          <a:solidFill>
            <a:srgbClr val="B9C9D6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3246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54096" y="335584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Gap Analyzer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54096" y="37033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784080" y="3063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A7BEAE"/>
          </a:solidFill>
          <a:ln/>
          <a:effectLst>
            <a:outerShdw sx="100000" sy="100000" kx="0" ky="0" algn="bl" rotWithShape="0" blurRad="88900" dist="25400" dir="5400000">
              <a:srgbClr val="9FB3C4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912096" y="31729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docs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12096" y="352044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— enrich only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7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77824" y="462686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" y="4700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08176" y="4608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Quote-or-drop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08176" y="49743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verbatim quote, no item — enforced in code.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44348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4F7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581144" y="462686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4581144" y="4700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11496" y="4608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Sufficiency gate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11496" y="49743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requirements halts the pipeline.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46720" y="443484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4F7F9"/>
          </a:solidFill>
          <a:ln/>
        </p:spPr>
      </p:sp>
      <p:sp>
        <p:nvSpPr>
          <p:cNvPr id="41" name="Shape 39"/>
          <p:cNvSpPr/>
          <p:nvPr/>
        </p:nvSpPr>
        <p:spPr>
          <a:xfrm>
            <a:off x="8284464" y="462686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8284464" y="47000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14816" y="4608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boundary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814816" y="49743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enrich; they never widen scope.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baseline tests · three metrics · scored on every trace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01568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01568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63056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163056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↑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24544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924544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0881360" cy="246888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the traces drove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9776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measuring the wrong scope — the judge scored a one-line request against the whole corpus. T10 completeness 0.033 → 1.000 after scoping the judge to the chat.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evaluator that wasn’t observable — T11/T12 read 0.700 hallucination with no logged reasoning. Logging the judge’s verdicts showed hallucinated_items: [] — an artifact, not fabrication.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taught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2037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311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belong in structure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5511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the source beat every instruction to be careful.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3924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1985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3375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is a feature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373989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Halting on a thin request is a pass, not a failure.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5811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085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5262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the evaluator too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7320" y="49286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was the one agent we couldn’t see into — until we logged its verdicts.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200" b="1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github.com/sparolkar/Agentic-AI-Portfolio/tree/main/PRD Genie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2026-07-24T00:19:51Z</dcterms:created>
  <dcterms:modified xsi:type="dcterms:W3CDTF">2026-07-24T00:19:51Z</dcterms:modified>
</cp:coreProperties>
</file>